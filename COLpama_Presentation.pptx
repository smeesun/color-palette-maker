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2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7F357D-6667-11A5-F081-ED22FFBE7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1F8CF74-F92F-F9F9-CFC3-4BEFF9DBA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08CE29-3131-E84E-AD70-A4DB61AE9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E360-0B6E-4233-A1EE-2984A006950D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6F45D6-E9EB-1E8A-1C43-F11D174D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3CF00A-E17E-DAF1-ED7F-018B664E6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0E58-8378-48A6-A074-881B62999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404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385EEC-23A9-C4D8-29AA-BF269D1BB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E612D6-BD94-8CFD-6C05-E595B3AB2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36678E-53B6-0CE2-072D-C29E0A160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E360-0B6E-4233-A1EE-2984A006950D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565625-4BAC-3E1C-1B38-47678D786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6762C8-3AC3-E949-EC07-C6FC6714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0E58-8378-48A6-A074-881B62999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927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1DDEA9-A08B-9B03-3719-A2F2940A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436439-290A-96E5-F81E-CCB9568AC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B33F16-C35A-7AB7-A4AF-47C7C682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E360-0B6E-4233-A1EE-2984A006950D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31E8F-AB25-0C3E-1119-CC71617AF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A256AB-C12D-D9CF-BB5C-43695E85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0E58-8378-48A6-A074-881B62999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9576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48C450-4A48-8DFD-E857-C4F9DC97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500A46-57ED-EFEC-2146-6BA9B5EB8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357A581-85CF-7B2B-0554-517D095E0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7CC002-187D-B8A9-1658-138742B8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E360-0B6E-4233-A1EE-2984A006950D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135A8C-9DD4-A797-1E85-9CCC15F82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CD0816-ABAF-DA9D-E4A8-5AEB659F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0E58-8378-48A6-A074-881B62999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423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DFC0B4-8D91-DD68-39D1-F0089163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5E2C79-8A04-E7D2-FA30-34AECF479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DAA15B-A694-6B18-2323-1736B2580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C1633AD-105F-9CA4-83EE-420A1BBCA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FE9A74E-89E7-7DDC-097C-DA53EB3A7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366A7A8-8ADB-9870-FCC4-5B4EBC0F2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E360-0B6E-4233-A1EE-2984A006950D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EC879C-B1B2-5445-563C-15176069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B94A3E1-648A-2DB8-115B-30F1D654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0E58-8378-48A6-A074-881B62999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1807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AA1D64-9790-27D4-D8DD-368AF80C7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2254CE2-0D17-1FD3-649B-15A2F822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E360-0B6E-4233-A1EE-2984A006950D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C8CC1E-ACF9-B7EC-5AF5-33CA989CE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D2DAEB0-96B6-4534-A982-61A720FF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0E58-8378-48A6-A074-881B62999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961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7CD53C0-28A8-CC56-0C02-18A44ECC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E360-0B6E-4233-A1EE-2984A006950D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28991CB-CA05-BDA8-B45C-5D4994B6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A51D0E-2191-043F-B648-74608728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0E58-8378-48A6-A074-881B62999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774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5ED25-D8C4-9EB8-BD13-611B97306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6744B7-E703-01B2-2B33-62451566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FC0E7E-38E7-90FA-4D2C-27DA93538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83FA03-EDE6-E949-194D-5A3B5E678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E360-0B6E-4233-A1EE-2984A006950D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E5FBD-6397-CCB3-CCC7-654716B94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59555B-B0A5-9E04-F4F9-3320F650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0E58-8378-48A6-A074-881B62999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999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4E55F7-9FF5-78D0-86B0-FAFE3211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1CA5CAE-0B7D-B0ED-9BE7-A12D89FE6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A5BFF9-6F8E-CDA8-D328-DD2D54072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BE90D7-A785-C0C6-C718-D0DCA0BA4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E360-0B6E-4233-A1EE-2984A006950D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AD7444-2F01-56E7-73D9-435BB08E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19AF18-DC20-1FD2-6225-43C7B31D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0E58-8378-48A6-A074-881B62999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7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9480F2-20CA-92B6-195C-4E4F26C27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80F094-6E08-2BF5-057D-34D339B58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788D1A-4DB5-8FF5-3306-BC2BA8031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E360-0B6E-4233-A1EE-2984A006950D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C98436-1F7D-F912-4BCB-2A20589CD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3AEDFE-48C3-6548-0292-DCA96C5E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0E58-8378-48A6-A074-881B62999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145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76E1B3F-58E7-A0E1-2A4B-6AF7EEC81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E2608B-C2B6-CBC4-C0FE-0E09FC721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8D974B-B545-C68E-2678-522313E3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E360-0B6E-4233-A1EE-2984A006950D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7E3E9E-9653-ECDF-6C82-383DE2C40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7C4E53-2347-6B41-49B3-E77B8A73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0E58-8378-48A6-A074-881B62999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926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F134EA6-D6BD-F04A-6573-3FD22A4B0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F6A5A8-DB16-ECDA-D5F4-4B1DC95A8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CF000E-0EE5-A92B-8235-26BA11851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E360-0B6E-4233-A1EE-2984A006950D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FC2602-2A50-6199-B25C-B1E996B78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161304-4655-25EE-DEF6-6AC0EC95F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A0E58-8378-48A6-A074-881B629997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239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コンテンツ プレースホルダー 18">
            <a:extLst>
              <a:ext uri="{FF2B5EF4-FFF2-40B4-BE49-F238E27FC236}">
                <a16:creationId xmlns:a16="http://schemas.microsoft.com/office/drawing/2014/main" id="{6C9A6AC9-8452-9682-9CD0-618B2F94505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36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6DD4A-6133-5DA4-A1E8-877D32CD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0766ACB-B4A1-92F8-9BC3-207D6B8CFE2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60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4096C-AAF6-8B89-F820-2F647E547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77153CA-C3D7-38FC-E479-CDA295EFA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8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1027D-C671-8F3C-6E62-319688CB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4F37A72-6638-E08A-2EEC-E0142E2C3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3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BBC5-839E-40F8-E8F7-828BBC9A2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A5B3A2C-4D50-4A22-FF74-97BB3DB3A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88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9A4C0-C416-BB5E-0C17-662CB7EE0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7873021-3903-F4C4-90A6-907F99DF0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11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824A9-6E37-D7DF-23EB-E87E405CE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1EA1C97-451E-8E2C-A814-D265AD7CF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810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ワイド画面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frontier-Python</dc:creator>
  <cp:lastModifiedBy>frontier-Python</cp:lastModifiedBy>
  <cp:revision>1</cp:revision>
  <dcterms:created xsi:type="dcterms:W3CDTF">2026-08-25T01:38:34Z</dcterms:created>
  <dcterms:modified xsi:type="dcterms:W3CDTF">2026-08-25T01:52:26Z</dcterms:modified>
</cp:coreProperties>
</file>