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5120640" cy="3291840"/>
          </a:xfrm>
          <a:prstGeom prst="roundRect">
            <a:avLst>
              <a:gd name="adj" fmla="val 8333"/>
            </a:avLst>
          </a:prstGeom>
          <a:solidFill>
            <a:srgbClr val="E6A5F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14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COLpama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A5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カラパマ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3DCG・イラスト制作者向け カラーパレットメーカー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個人制作 中間発表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氏名：＿＿＿＿＿＿＿＿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コンセプト・要件定義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どうしてこの制作物を選んだのか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F9F0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3DCGやイラスト制作の中で、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どの色を組み合わせるか迷う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過去に使った配色を再利用したい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参考画像から色を取得したい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HEXカラーコードを管理したい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3B1D35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103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6517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「画像から色を取得し、自分だけのカラーパレットを作成・管理できるアプリ」を制作する。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977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5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想定ユーザー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43891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3DCG制作者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イラスト制作者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UIデザイナー / 配色を考えるクリエイター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マインドマップ</a:t>
            </a:r>
            <a:endParaRPr lang="en-US" sz="2800" dirty="0"/>
          </a:p>
        </p:txBody>
      </p:sp>
      <p:pic>
        <p:nvPicPr>
          <p:cNvPr id="3" name="Image 0" descr="/home/claude/slides/min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998" y="1051560"/>
            <a:ext cx="8690956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使用技術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9F0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18470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開発言語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9F0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815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customtkinter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GUI画面の作成（ボタン・入力欄・色表示など）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9F0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15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Pillow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43159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画像読み込み・スポイトによる色取得・カラーホイール生成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9F0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504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0" y="55504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配色データ（300〜500件想定）の保存・検索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サイトマップ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画面構成とUIの全体像</a:t>
            </a:r>
            <a:endParaRPr lang="en-US" sz="1400" dirty="0"/>
          </a:p>
        </p:txBody>
      </p:sp>
      <p:pic>
        <p:nvPicPr>
          <p:cNvPr id="4" name="Image 0" descr="/home/claude/slide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" y="1371600"/>
            <a:ext cx="11155680" cy="5188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 - 初期ラフ画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手描きで画面構成・操作フローを設計してから実装に着手</a:t>
            </a:r>
            <a:endParaRPr lang="en-US" sz="1400" dirty="0"/>
          </a:p>
        </p:txBody>
      </p:sp>
      <p:pic>
        <p:nvPicPr>
          <p:cNvPr id="4" name="Image 0" descr="/mnt/user-data/uploads/無題211_202607301309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239" y="1417320"/>
            <a:ext cx="240447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 - セレクト機能</a:t>
            </a:r>
            <a:endParaRPr lang="en-US" sz="3000" dirty="0"/>
          </a:p>
        </p:txBody>
      </p:sp>
      <p:pic>
        <p:nvPicPr>
          <p:cNvPr id="3" name="Image 0" descr="/mnt/user-data/uploads/17854709925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5029200" cy="341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0" y="155448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スポイト機能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画面上のどこからでも色を取得（マルチモニタ対応）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カラーコード入力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手入力・コピーの両方に対応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独自カラーピッカー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色相リング＋彩度・明度パネルを自作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色プレビュー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選択中の色を大きく表示（白色は縁取りで視認性確保）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 - データ登録専用ツール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preset_entry_tool.py（COLpama本体とは別アプリ）</a:t>
            </a:r>
            <a:endParaRPr lang="en-US" sz="1400" dirty="0"/>
          </a:p>
        </p:txBody>
      </p:sp>
      <p:pic>
        <p:nvPicPr>
          <p:cNvPr id="4" name="Image 0" descr="/mnt/user-data/uploads/スクリーンショット_2026-08-04_2213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144142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69164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なぜ別アプリにしたか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本アプリは300〜500件の配色データベースから3色を提案する設計。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登録作業に特化した軽量ツールを分離することで、入力効率と保守性を両立。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主な機能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ベース・アクセント・サブ、3色分のスポイト入力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色比率の入力（既定値70:10:20、上書き可）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タグの複数選択・新規追加（登録するたび項目が増える）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登録するとSQLiteへ即時保存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 - プリセット機能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お気に入りの配色を6枠まで保存できる</a:t>
            </a:r>
            <a:endParaRPr lang="en-US" sz="1400" dirty="0"/>
          </a:p>
        </p:txBody>
      </p:sp>
      <p:pic>
        <p:nvPicPr>
          <p:cNvPr id="4" name="Image 0" descr="/mnt/user-data/uploads/178581477868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2194560"/>
            <a:ext cx="6400800" cy="2801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545327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各色のHEXコードを表示し、ワンクリックでコピー可能。1〜6のタブで配色を切り替え、名前を付けて管理できる。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こだわった点・工夫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A5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184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リアルタイム色プレビュー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161848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スポイトを動かすたびに色コードとカラーピッカーの位置が連動して更新される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07208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A5F8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1693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自作カラーピッカー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2916936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Pillowで色相リング・彩度明度パネルを1ピクセルずつ生成し、選択位置を白丸で可視化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05656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A5F8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1538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成長するタグ設計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4215384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「イメージ」カテゴリはアース・ヴィンテージのように今後も語彙が増える前提で、新規追加分は自動で行を折り返す設計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404104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A5F8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138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役割ごとにツールを分離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551383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本体アプリと大量データ登録用ツールを分け、それぞれの使い方に最適化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苦労した点・今後の展望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03520" cy="4434840"/>
          </a:xfrm>
          <a:prstGeom prst="roundRect">
            <a:avLst>
              <a:gd name="adj" fmla="val 3093"/>
            </a:avLst>
          </a:prstGeom>
          <a:solidFill>
            <a:srgbClr val="F9F0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0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苦労した点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customtkinterでのレイアウト調整（余白・配置の微調整）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絵文字ボタンの表示崩れ（異体字セレクタが原因のセンタリングずれ）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マルチモニタ環境でのスクリーンショット取得の不具合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300〜500件規模のデータ保存方式の選定（JSON / Excel / SQLiteを比較検討）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03520" cy="4434840"/>
          </a:xfrm>
          <a:prstGeom prst="roundRect">
            <a:avLst>
              <a:gd name="adj" fmla="val 3093"/>
            </a:avLst>
          </a:prstGeom>
          <a:solidFill>
            <a:srgbClr val="3B1D3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今後の展望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GO!ボタンの本実装（SQLiteから条件に合う配色を検索・提案）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ラッキーカラー機能の実装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気に入った配色をプリセットへワンタッチ登録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色比率のビジュアル表示（カラーバランスバー）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配色データの300〜500件登録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2026-08-22T05:26:39Z</dcterms:created>
  <dcterms:modified xsi:type="dcterms:W3CDTF">2026-08-22T05:26:40Z</dcterms:modified>
</cp:coreProperties>
</file>